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montaje y de lo comprobado. Las fotos de estado envejecen: repetir la comprobación antes de cada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tráfico entre equipos va por Tailscale (cifrado). Nada se abre a internet. El motor nunca sale del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eso pueden vivir en máquinas distintas: hoy back y web en el PC, landing en el Mac.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no crea cuentas en tu sistema, así que Neon y el motor se validan con tu primera prueba real (crear cuenta + un 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modo Tailscale queda guardado: sobrevive a reinicios y a las actualizaciones automáticas de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paso 2 falla, el problema es del back. Si el 2 va y el 3 no, del front. Así se aíslan.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script comprueba antes la API y la web del PC y avisa si no responden. Mientras la ventana siga abierta, el Mac no se duerme.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completa: iCloud Drive/scenarys/demo-remota/.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097280"/>
            <a:ext cx="2194560" cy="2194560"/>
          </a:xfrm>
          <a:prstGeom prst="ellipse">
            <a:avLst/>
          </a:prstGeom>
          <a:solidFill>
            <a:srgbClr val="0B0B0B"/>
          </a:solidFill>
          <a:ln w="1905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086600" y="1600200"/>
            <a:ext cx="1188720" cy="118872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SCENARYS · CHOISYS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remota desde Safari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(Cubo de Neo + Neon) y front, cada uno por su lado.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probarlo en iPhone y Mac.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comprobado el 8 oct 2026, 03:45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montado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· Mac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 activo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ejecutan nada del back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161616"/>
          </a:solidFill>
          <a:ln w="1905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4747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· el PC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20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encendido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choisys  :8081  (front)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 :3000  (back)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C++  :8765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solo dentro del PC, con token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  IP de Tailscale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8368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(nube)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920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y Runs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usa la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Scenarys  :5173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→ choisys del PC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  IP de Tailscale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06324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8368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Safari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  IP de Tailscale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148840"/>
            <a:ext cx="45720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0" y="2148840"/>
            <a:ext cx="45720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y front, independientes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161616"/>
          </a:solidFill>
          <a:ln w="1905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Express  :3000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C++ (Cubo de Neo)  :8765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(PostgreSQL)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prueba solo: /health, /auth/me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reinicia sin tocar el front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choisys (Expo)  :8081 en el PC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Scenarys  :5173 en el Mac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habla con el back por HTTP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back: carga y muestra un error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recuperable, no se rompe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único entre ambos: la API HTTP. El front nunca toca el motor ni la base de datos.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COMPROBADO DESDE EL MAC, 03:40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funciona ahora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53896"/>
            <a:ext cx="146304" cy="146304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371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por Wi-Fi de casa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371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200 · /auth/me 401 sin sesión · /sessions exige sesión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146304" cy="146304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 en los 3 equipos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783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PC, Mac e iPhone conectados a la misma 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276856"/>
            <a:ext cx="146304" cy="146304"/>
          </a:xfrm>
          <a:prstGeom prst="ellipse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2194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por Tailscale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194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responde: la API solo escucha en la Wi-Fi (falta PR #42)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146304" cy="146304"/>
          </a:xfrm>
          <a:prstGeom prst="ellipse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2606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choisys :8081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6060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respondió en 70 s: hay que reiniciarla en el PC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099816"/>
            <a:ext cx="146304" cy="146304"/>
          </a:xfrm>
          <a:prstGeom prst="ellipse">
            <a:avLst/>
          </a:prstGeom>
          <a:solidFill>
            <a:srgbClr val="F3CF8A"/>
          </a:solidFill>
          <a:ln w="12700">
            <a:solidFill>
              <a:srgbClr val="F3CF8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30175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C++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017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probar desde fuera (correcto); se prueba con un Run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511296"/>
            <a:ext cx="146304" cy="146304"/>
          </a:xfrm>
          <a:prstGeom prst="ellipse">
            <a:avLst/>
          </a:prstGeom>
          <a:solidFill>
            <a:srgbClr val="F3CF8A"/>
          </a:solidFill>
          <a:ln w="12700">
            <a:solidFill>
              <a:srgbClr val="F3CF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77240" y="34290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Configurado según el tablero; se prueba creando una cuenta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922776"/>
            <a:ext cx="146304" cy="146304"/>
          </a:xfrm>
          <a:prstGeom prst="ellipse">
            <a:avLst/>
          </a:prstGeom>
          <a:solidFill>
            <a:srgbClr val="F3CF8A"/>
          </a:solidFill>
          <a:ln w="12700">
            <a:solidFill>
              <a:srgbClr val="F3CF8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" y="3840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en el Mac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3840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Apagada; se arranca con demo-tailscale.command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 comprobado   Rojo: falla   Ámbar: no comprobable desde aquí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VEZ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pasos para dejarlo listo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0B0B0B"/>
          </a:solidFill>
          <a:ln w="1905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533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35331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Fusiona el PR #42 en GitHub Mobile (demo por Tailscale).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0B0B0B"/>
          </a:solidFill>
          <a:ln w="1905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04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40487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las ventanas de motor, API y web. Luego, en PowerShell: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.\scripts\lan-always.ps1 -Install -Tailscale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.\scripts\lan-always.ps1 -Tailscale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0B0B0B"/>
          </a:solidFill>
          <a:ln w="1905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564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45643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→ Energía → suspensión: Nunca con el PC enchufado.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en Safari del iPhone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B0B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2984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 activado en el iPhone (Connected).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B0B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17556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Back: abre http://IP de Tailscale:3000/health → {"ok":true,...}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B0B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22128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Front: abre http://IP de Tailscale:8081 → bienvenida de Scenarys.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B0B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26700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Neon: crea una cuenta, cierra sesión y vuelve a entrar.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B0B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68680" y="31272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Motor: haz un Run de 3 fases y abre "Ver mi cubo".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B0B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68680" y="35844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Persistencia: reinicia la API en el PC y vuelve a entrar con la misma cuenta.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B0B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40416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la web en la pantalla de inicio para la demo.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en Safari del Mac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905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choisys (del PC)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pruebas que en el iPhone: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http://IP de Tailscale:3000/health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http://IP de Tailscale:8081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cuenta → Run → cubo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(del Mac)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clic en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~/Desktop/scenarys/demo-tailscale.command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Safari en http://IP de Tailscale:5173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"Abrir choisys" debe llevar al PC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iPhone: la misma dirección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RÁPIDO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falla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sale Offline en Tailscale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apagado o suspendido.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no responde por IP de Tailscale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#42 sin fusionar o PC en modo Wi-Fi: repite el paso 2.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va, la web no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 la web en el PC (cierra su ventana y lanza lan-always.ps1).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Connected pero nada responde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de Windows: permite node.exe en redes privadas y públicas.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37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al crear cuenta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sin Neon: revisa DATABASE_URL en el PC.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sin cubo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no está levantado en el PC (:8765).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Nunca: Tailscale Funnel ni abrir puertos del router.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remota de Scenarys</dc:title>
  <dc:subject>PptxGenJS Presentation</dc:subject>
  <dc:creator>NeoRetroo38</dc:creator>
  <cp:lastModifiedBy>NeoRetroo38</cp:lastModifiedBy>
  <cp:revision>1</cp:revision>
  <dcterms:created xsi:type="dcterms:W3CDTF">2026-10-08T01:47:43Z</dcterms:created>
  <dcterms:modified xsi:type="dcterms:W3CDTF">2026-10-08T01:47:43Z</dcterms:modified>
</cp:coreProperties>
</file>